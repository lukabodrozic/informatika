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00BCD4">
              <a:alpha val="18000"/>
            </a:srgbClr>
          </a:solidFill>
          <a:ln w="12700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4884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9476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8660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096512"/>
            <a:ext cx="8229600" cy="0"/>
          </a:xfrm>
          <a:prstGeom prst="line">
            <a:avLst/>
          </a:prstGeom>
          <a:noFill/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005840"/>
            <a:ext cx="292608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05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CD4"/>
                </a:solidFill>
              </a:rPr>
              <a:t>PROCES IZRADE WEB SAJTA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087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Kako sam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napravio sajt?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A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praznog fajla do gotove stranice — korak po korak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ACB5"/>
                </a:solidFill>
              </a:rPr>
              <a:t>Parfimerija  •  HTML + CSS  •  Informatika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Alati i priprema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CB5"/>
                </a:solidFill>
              </a:rPr>
              <a:t>Šta mi je trebalo da počnem?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417320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Tekst editor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Program za pisanje HTML i CSS koda sa bojanjem sintakse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14800" cy="1417320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14630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Web browser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755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/ Firefox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Za otvaranje index.html i proveru kako sajt izgleda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417320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Folder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355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Informatika/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Organizacija fajlova: index.html, Style.css i slika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14800" cy="1417320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2356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Slika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355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download(1).jpg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Fotografija parfema za vizuelni sadržaj sajta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Parfimerija — Kako sam napravio sajt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Planiranje strukture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B5"/>
                </a:solidFill>
              </a:rPr>
              <a:t>Pre nego što sam počeo da pišem kod, razmislio sam šta sajt treba da sadrži: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" y="1965960"/>
            <a:ext cx="0" cy="256032"/>
          </a:xfrm>
          <a:prstGeom prst="line">
            <a:avLst/>
          </a:prstGeom>
          <a:noFill/>
          <a:ln w="254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417320"/>
            <a:ext cx="7589520" cy="658368"/>
          </a:xfrm>
          <a:prstGeom prst="rect">
            <a:avLst/>
          </a:prstGeom>
          <a:solidFill>
            <a:srgbClr val="E8F8FA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149047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Naslov: Parfimerija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" y="2770632"/>
            <a:ext cx="0" cy="256032"/>
          </a:xfrm>
          <a:prstGeom prst="line">
            <a:avLst/>
          </a:prstGeom>
          <a:noFill/>
          <a:ln w="254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3172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221992"/>
            <a:ext cx="7589520" cy="658368"/>
          </a:xfrm>
          <a:prstGeom prst="rect">
            <a:avLst/>
          </a:prstGeom>
          <a:solidFill>
            <a:srgbClr val="E8F8FA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295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29514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Meni: O nama | Proizvodi | Kontakt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3575304"/>
            <a:ext cx="0" cy="256032"/>
          </a:xfrm>
          <a:prstGeom prst="line">
            <a:avLst/>
          </a:prstGeom>
          <a:noFill/>
          <a:ln w="254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363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026664"/>
            <a:ext cx="7589520" cy="658368"/>
          </a:xfrm>
          <a:prstGeom prst="rect">
            <a:avLst/>
          </a:prstGeom>
          <a:solidFill>
            <a:srgbClr val="E8F8FA"/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099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14600" y="309981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Sadržaj: tekst + slika + tabela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941064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3831336"/>
            <a:ext cx="7589520" cy="658368"/>
          </a:xfrm>
          <a:prstGeom prst="rect">
            <a:avLst/>
          </a:prstGeom>
          <a:solidFill>
            <a:srgbClr val="E8F8FA"/>
          </a:solidFill>
          <a:ln w="12700">
            <a:solidFill>
              <a:srgbClr val="6D28D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9044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90448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Forma za kontakt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1417320"/>
            <a:ext cx="283464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97880" y="1481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Rezultat planiranja: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4 sekcije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1 stranica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3 nav linka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Parfimerija — Kako sam napravio sajt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94360" cy="5943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Pisanje HTML skeleta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B5"/>
                </a:solidFill>
              </a:rPr>
              <a:t>Svaki HTML fajl počinje istom osnovnom strukturom — to je temelj sajta: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663440" cy="3337560"/>
          </a:xfrm>
          <a:prstGeom prst="rect">
            <a:avLst/>
          </a:prstGeom>
          <a:solidFill>
            <a:srgbClr val="1E1B2E"/>
          </a:solidFill>
          <a:ln w="12700">
            <a:solidFill>
              <a:srgbClr val="3D356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813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1122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5328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href="Style.css"&gt;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1638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&lt;header&gt;...&lt;/header&gt;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&lt;nav&gt;...&lt;/nav&gt;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&lt;main&gt;...&lt;/main&gt;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&lt;footer&gt;...&lt;/footer&gt;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050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1371600"/>
            <a:ext cx="3474720" cy="713232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371600"/>
            <a:ext cx="54864" cy="7132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4264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7190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Govori browseru da je ovo HTML5 dokument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0" y="2212848"/>
            <a:ext cx="3474720" cy="713232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212848"/>
            <a:ext cx="54864" cy="7132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2677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560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Charset i link na CSS — ne prikazuje se na sajtu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054096"/>
            <a:ext cx="3474720" cy="713232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054096"/>
            <a:ext cx="54864" cy="7132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3108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401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Sve što korisnik vidi nalazi se ovde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12080" y="3895344"/>
            <a:ext cx="3474720" cy="713232"/>
          </a:xfrm>
          <a:prstGeom prst="rect">
            <a:avLst/>
          </a:prstGeom>
          <a:solidFill>
            <a:srgbClr val="E8F8FA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3895344"/>
            <a:ext cx="54864" cy="7132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9502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Semantički tagovi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4242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header, nav, main, footer — svaki ima svoju ulogu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Parfimerija — Kako sam napravio sajt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Dodavanje sadržaja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B5"/>
                </a:solidFill>
              </a:rPr>
              <a:t>Popunjavam &lt;main&gt; sekciju — tekst, slike i tabela sa proizvodima: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📄  Tekst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743200" cy="2834640"/>
          </a:xfrm>
          <a:prstGeom prst="rect">
            <a:avLst/>
          </a:prstGeom>
          <a:solidFill>
            <a:srgbClr val="E8F8FA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933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&lt;h1&gt; naslov sekcije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50545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&lt;h2&gt; podnaslov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0175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&lt;h3&gt; pod-podnaslov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52958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&lt;p&gt; paragrafi sa tekstom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40416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id="o-nama" za navigaciju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🖼️  Slika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1920240"/>
            <a:ext cx="2743200" cy="2834640"/>
          </a:xfrm>
          <a:prstGeom prst="rect">
            <a:avLst/>
          </a:prstGeom>
          <a:solidFill>
            <a:srgbClr val="E8F8FA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9933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&lt;a href&gt; omata sliku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50545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&lt;img src&gt; dodaje fotografiju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0175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alt='Slika parfema'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352958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Klik otvara google.com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40416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CSS: float: left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74320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 Tabela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1920240"/>
            <a:ext cx="2743200" cy="2834640"/>
          </a:xfrm>
          <a:prstGeom prst="rect">
            <a:avLst/>
          </a:prstGeom>
          <a:solidFill>
            <a:srgbClr val="E8F8FA"/>
          </a:solidFill>
          <a:ln w="12700">
            <a:solidFill>
              <a:srgbClr val="6D28D9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9933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&lt;table id='proizvodi'&gt;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50545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&lt;tr&gt; za svaki 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0175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&lt;th&gt; zaglavlje kolona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52958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&lt;td&gt; podaci (ime, cena, pol)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40416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3 proizvoda u tabeli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Parfimerija — Kako sam napravio sajt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stilizacija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B5"/>
                </a:solidFill>
              </a:rPr>
              <a:t>Nakon HTML-a, otvaram Style.css i obligujem svaki element: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743200" cy="36576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81965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rgb(75,210,255)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4048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Plava pozadina naslova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17320"/>
            <a:ext cx="2743200" cy="36576"/>
          </a:xfrm>
          <a:prstGeom prst="rect">
            <a:avLst/>
          </a:prstGeom>
          <a:solidFill>
            <a:srgbClr val="58D5F5"/>
          </a:solidFill>
          <a:ln w="12700">
            <a:solidFill>
              <a:srgbClr val="58D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508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D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1965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rgb(0,174,255)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18px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24048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Plavi linkovi u meniju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4320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743200" cy="36576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508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81965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10px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float: left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24048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Zaobljena slika, tekst teče oko nje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274320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5468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a:hover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55701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text-decoration: underline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41422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Podvlači se na hover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274320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154680"/>
            <a:ext cx="2743200" cy="36576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#Pasus1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55701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30px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15px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41422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Razmak i veličina fonta paragrafa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3154680"/>
            <a:ext cx="274320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154680"/>
            <a:ext cx="2743200" cy="36576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#proizvodi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355701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#39ffee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rgb(245,19,19)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41422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ACB5"/>
                </a:solidFill>
              </a:rPr>
              <a:t>Tirkizna pozadina, crveni tekst tabele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3565"/>
                </a:solidFill>
              </a:rPr>
              <a:t>Style.css — 6 selektora  •  ~74 linije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za kontakt (Footer)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B5"/>
                </a:solidFill>
              </a:rPr>
              <a:t>U &lt;footer&gt; dodajem HTML formu sa raznim tipovima polja — to je najzahtjevniji dio: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23360" cy="841248"/>
          </a:xfrm>
          <a:prstGeom prst="rect">
            <a:avLst/>
          </a:prstGeom>
          <a:solidFill>
            <a:srgbClr val="E8F8FA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1848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47218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Tekstualna polja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74650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198424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Ime i email adresa korisnika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023360" cy="841248"/>
          </a:xfrm>
          <a:prstGeom prst="rect">
            <a:avLst/>
          </a:prstGeom>
          <a:solidFill>
            <a:srgbClr val="E8F8FA"/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24328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24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4780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Lozinka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75234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7552" y="29900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Polje za lozinku (lozinka vidljiva)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023360" cy="841248"/>
          </a:xfrm>
          <a:prstGeom prst="rect">
            <a:avLst/>
          </a:prstGeom>
          <a:solidFill>
            <a:srgbClr val="E8F8FA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30168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0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34838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Padajući meni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37581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 + &lt;option&gt;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399592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Gradovi: Beograd, Novi Sad, Niš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023360" cy="841248"/>
          </a:xfrm>
          <a:prstGeom prst="rect">
            <a:avLst/>
          </a:prstGeom>
          <a:solidFill>
            <a:srgbClr val="E8F8F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61848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618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147218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Radio dugmad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174650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type="radio"&gt;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85232" y="198424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Izbor pola: Muški ili Ženski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423160"/>
            <a:ext cx="4023360" cy="841248"/>
          </a:xfrm>
          <a:prstGeom prst="rect">
            <a:avLst/>
          </a:prstGeom>
          <a:solidFill>
            <a:srgbClr val="E8F8FA"/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624328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24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5232" y="24780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Checkbox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85232" y="275234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type="checkbox"&gt;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85232" y="29900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Prihvatam uslove korišćenja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429000"/>
            <a:ext cx="4023360" cy="841248"/>
          </a:xfrm>
          <a:prstGeom prst="rect">
            <a:avLst/>
          </a:prstGeom>
          <a:solidFill>
            <a:srgbClr val="E8F8FA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630168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630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85232" y="34838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Submit dugme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5232" y="37581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type='submit'&gt;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85232" y="399592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Pošalji — šalje formu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Parfimerija — Kako sam napravio sajt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Testiranje u browseru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B5"/>
                </a:solidFill>
              </a:rPr>
              <a:t>Svaki put kad sačuvam fajl, osvježim browser i provjerim rezultat: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1554480"/>
          </a:xfrm>
          <a:prstGeom prst="rect">
            <a:avLst/>
          </a:prstGeom>
          <a:solidFill>
            <a:srgbClr val="E8F8FA"/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44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Kako sam otvarao sajt: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1.  Dvoklikom na 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2.  Otvara se u Chrome/Firefox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78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3.  F5 za reload nakon izmjene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E8F8FA"/>
          </a:solidFill>
          <a:ln w="12700">
            <a:solidFill>
              <a:srgbClr val="02809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444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Šta sam provjeravao: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✓  Da li navigacija vodi na pravo mjesto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130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✓  Da li slika ispravno prikazana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4780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✓  Izgled tabele i boje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825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✓  Forma — da li sva polja rade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832104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1455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 Tools (F12)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564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CB5"/>
                </a:solidFill>
              </a:rPr>
              <a:t>Browser ima ugrađeni alat koji prikazuje HTML/CSS strukturu — koristio sam ga da vidim zašto nešto ne izgleda kako treba.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Desni klik → Inspect  |  Tab: Elements → Styles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Parfimerija — Kako sam napravio sajt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00BCD4">
              <a:alpha val="16000"/>
            </a:srgbClr>
          </a:solidFill>
          <a:ln w="12700">
            <a:solidFill>
              <a:srgbClr val="00BCD4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Sažetak procesa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554480" y="1645920"/>
            <a:ext cx="274320" cy="0"/>
          </a:xfrm>
          <a:prstGeom prst="line">
            <a:avLst/>
          </a:prstGeom>
          <a:noFill/>
          <a:ln w="254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1097280" cy="109728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Alati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VS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+ Browser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645920"/>
            <a:ext cx="274320" cy="0"/>
          </a:xfrm>
          <a:prstGeom prst="line">
            <a:avLst/>
          </a:prstGeom>
          <a:noFill/>
          <a:ln w="254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097280"/>
            <a:ext cx="1097280" cy="109728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5603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Struktura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4 sekcije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645920"/>
            <a:ext cx="274320" cy="0"/>
          </a:xfrm>
          <a:prstGeom prst="line">
            <a:avLst/>
          </a:prstGeom>
          <a:noFill/>
          <a:ln w="254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97280"/>
            <a:ext cx="1097280" cy="1097280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15468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25603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Skeleton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+ sadržaj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645920"/>
            <a:ext cx="274320" cy="0"/>
          </a:xfrm>
          <a:prstGeom prst="line">
            <a:avLst/>
          </a:prstGeom>
          <a:noFill/>
          <a:ln w="254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097280"/>
            <a:ext cx="1097280" cy="10972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Sadržaj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25603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Tekst, slika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tabela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645920"/>
            <a:ext cx="274320" cy="0"/>
          </a:xfrm>
          <a:prstGeom prst="line">
            <a:avLst/>
          </a:prstGeom>
          <a:noFill/>
          <a:ln w="25400">
            <a:solidFill>
              <a:srgbClr val="B45309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097280"/>
            <a:ext cx="1097280" cy="1097280"/>
          </a:xfrm>
          <a:prstGeom prst="ellipse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8932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25603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Boje, font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layout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1097280"/>
            <a:ext cx="1097280" cy="1097280"/>
          </a:xfrm>
          <a:prstGeom prst="ellipse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40664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25603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CB5"/>
                </a:solidFill>
              </a:rPr>
              <a:t>+ ispravke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Šta sam naučio: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8FA"/>
                </a:solidFill>
              </a:rPr>
              <a:t>✓ HTML struktura dokumenta   ✓ Semantički tagovi   ✓ Tabele i liste   ✓ HTML forme   ✓ CSS selektori i boje   ✓ Testiranje u browseru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ACB5"/>
                </a:solidFill>
              </a:rPr>
              <a:t>Parfimerija  •  HTML + CSS  •  Informatika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Kako sam napravio sajt — Parfimerija</dc:title>
  <dc:subject>PptxGenJS Presentation</dc:subject>
  <dc:creator>PptxGenJS</dc:creator>
  <cp:lastModifiedBy>PptxGenJS</cp:lastModifiedBy>
  <cp:revision>1</cp:revision>
  <dcterms:created xsi:type="dcterms:W3CDTF">2026-05-26T21:53:37Z</dcterms:created>
  <dcterms:modified xsi:type="dcterms:W3CDTF">2026-05-26T21:53:37Z</dcterms:modified>
</cp:coreProperties>
</file>